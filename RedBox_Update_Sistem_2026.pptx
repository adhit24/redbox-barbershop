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457200" cy="5143500"/>
          </a:xfrm>
          <a:prstGeom prst="rect">
            <a:avLst/>
          </a:prstGeom>
          <a:solidFill>
            <a:srgbClr val="5C0B14"/>
          </a:solidFill>
          <a:ln w="12700">
            <a:solidFill>
              <a:srgbClr val="5C0B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6400800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5720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UPDATE SISTEM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REDBOX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BARBERSHOP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8C8D4"/>
                </a:solidFill>
              </a:rPr>
              <a:t>Panduan Fitur Terbaru untuk Tim Internal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8C8D4"/>
                </a:solidFill>
              </a:rPr>
              <a:t>Admin · Kapster · Operasional 5 Cabang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29400" y="548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67512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Sistem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Baru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5 Fitur Unggulan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Siap Digunakan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80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8A"/>
                </a:solidFill>
              </a:rPr>
              <a:t>Dokumen Internal — Tidak untuk Disebarluaskan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Yang Akan Kita Bahas Hari 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5 topik utama update sistem terbaru RedBox Barbershop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50876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6002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1121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" y="24871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</a:rPr>
              <a:t>Home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" y="2926080"/>
            <a:ext cx="43891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358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Kapster datang ke lokasi kamu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39696" y="150876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39696" y="16002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1121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19202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39696" y="24871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</a:rPr>
              <a:t>WA Bot 5 Cabang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34056" y="2926080"/>
            <a:ext cx="43891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30358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AI auto-reply 24/7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95344" y="150876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95344" y="16002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1121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95344" y="19202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💍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95344" y="24871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</a:rPr>
              <a:t>Wedding Package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9704" y="2926080"/>
            <a:ext cx="43891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30358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Grooming untuk pengantin &amp; rombongan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50992" y="150876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50992" y="16002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1121F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0992" y="19202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50992" y="24871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</a:rPr>
              <a:t>Membership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45352" y="2926080"/>
            <a:ext cx="43891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0358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Poin, tier &amp; reward eksklusif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150876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06640" y="16002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1121F"/>
                </a:solidFill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19202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406640" y="24871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F0F0"/>
                </a:solidFill>
              </a:rPr>
              <a:t>AI Grooming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01000" y="2926080"/>
            <a:ext cx="43891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303580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Khusus member — analisis &amp; simulasi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EKOSISTEM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Semua Fitur Saling Terhubung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Setiap fitur mendukung satu sama lain untuk pengalaman pelanggan terbaik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86200" y="1874520"/>
            <a:ext cx="1371600" cy="9601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6200" y="1874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REDBOX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359152"/>
            <a:ext cx="-3200400" cy="-530352"/>
          </a:xfrm>
          <a:prstGeom prst="line">
            <a:avLst/>
          </a:prstGeom>
          <a:noFill/>
          <a:ln w="15240">
            <a:solidFill>
              <a:srgbClr val="2A2A3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0" y="2359152"/>
            <a:ext cx="-1920240" cy="-1307592"/>
          </a:xfrm>
          <a:prstGeom prst="line">
            <a:avLst/>
          </a:prstGeom>
          <a:noFill/>
          <a:ln w="15240">
            <a:solidFill>
              <a:srgbClr val="2A2A3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0" y="2359152"/>
            <a:ext cx="2286000" cy="-1307592"/>
          </a:xfrm>
          <a:prstGeom prst="line">
            <a:avLst/>
          </a:prstGeom>
          <a:noFill/>
          <a:ln w="15240">
            <a:solidFill>
              <a:srgbClr val="2A2A3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0" y="2359152"/>
            <a:ext cx="3291840" cy="-530352"/>
          </a:xfrm>
          <a:prstGeom prst="line">
            <a:avLst/>
          </a:prstGeom>
          <a:noFill/>
          <a:ln w="15240">
            <a:solidFill>
              <a:srgbClr val="2A2A3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0" y="2359152"/>
            <a:ext cx="0" cy="768096"/>
          </a:xfrm>
          <a:prstGeom prst="line">
            <a:avLst/>
          </a:prstGeom>
          <a:noFill/>
          <a:ln w="15240">
            <a:solidFill>
              <a:srgbClr val="2A2A3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1417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028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4173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Home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56692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028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56692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WA Bot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5 Cabang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56692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028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6692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Wedding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Package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1417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028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4173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Member-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ship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312724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E2028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1272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AI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0F0"/>
                </a:solidFill>
              </a:rPr>
              <a:t>Grooming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42793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8A"/>
                </a:solidFill>
              </a:rPr>
              <a:t>Pelanggan chat WA  →  Booking  →  Kunjungan / Home Service / Wedding  →  Review  →  Poin Member  →  AI Grooming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Service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Kapster datang ke lokasi kamu — Gentleman Grooming di mana saja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HOME SERVICE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Home Service?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Layanan potong rambut premium — kapster kami yang datang ke tempatmu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5087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618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Radius Layanan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837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A"/>
                </a:solidFill>
              </a:rPr>
              <a:t>Maks. 5 KM dari cabang terdekat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313432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423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8992" y="2404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Jam Operasional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42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A"/>
                </a:solidFill>
              </a:rPr>
              <a:t>06.00 – 23.00 WIB (setiap hari)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11810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2278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8992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Pilih Kapster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447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A"/>
                </a:solidFill>
              </a:rPr>
              <a:t>Dari 5 cabang, kapster favoritmu bisa datang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392277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40325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78992" y="40142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Termasuk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8A"/>
                </a:solidFill>
              </a:rPr>
              <a:t>Biaya kunjungan kapster sudah dalam harga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1508760"/>
            <a:ext cx="3657600" cy="2816352"/>
          </a:xfrm>
          <a:prstGeom prst="roundRect">
            <a:avLst>
              <a:gd name="adj" fmla="val 2597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16276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1121F"/>
                </a:solidFill>
              </a:rPr>
              <a:t>5 CABANG COVERAGE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49240" y="19568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</a:rPr>
              <a:t>🏢  RedBox Bypass (Pusat)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49240" y="2359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</a:rPr>
              <a:t>🏢  RedBox Samadikun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49240" y="27614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</a:rPr>
              <a:t>🏢  RedBox CSB Mall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49240" y="31638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</a:rPr>
              <a:t>🏢  RedBox Sumber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49240" y="3566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</a:rPr>
              <a:t>🏢  RedBox Tegal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HOME SERVICE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Paket &amp; Harga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2 pilihan paket sesuai kebutuhan — bayar, duduk, dan tunggu kapster datang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63040"/>
            <a:ext cx="3931920" cy="502920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8A"/>
                </a:solidFill>
              </a:rPr>
              <a:t>Rp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250.000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per orang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200400"/>
            <a:ext cx="3383280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91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1 orang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57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Pilih kapster favorit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069080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23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Radius maks. 5 KM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434840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89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Jam 06.00–23.00 WIB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A101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463040"/>
            <a:ext cx="3931920" cy="502920"/>
          </a:xfrm>
          <a:prstGeom prst="rect">
            <a:avLst/>
          </a:prstGeom>
          <a:solidFill>
            <a:srgbClr val="5C0B14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1353312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53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⭐ HEMAT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3212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8A"/>
                </a:solidFill>
              </a:rPr>
              <a:t>Rp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9788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200.000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per orang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3200400"/>
            <a:ext cx="3383280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48072" y="3337560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3291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Min. 2 orang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48072" y="3703320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22392" y="3657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Hemat Rp 50.000/orang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48072" y="4069080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22392" y="4023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Kapster sesuai pilihan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48072" y="4434840"/>
            <a:ext cx="146304" cy="14630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4389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4"/>
                </a:solidFill>
              </a:rPr>
              <a:t>Cocok untuk keluarga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HOME SERVICE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Booking — 4 Langkah Mudah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Sama seperti booking biasa, hanya tambahkan pilihan Home Service di awal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8720" y="1536192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2103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Pilih Paket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2999232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Kunjungi home-service.html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Pilih Single atau Family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Klik tombol Booking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9392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64992" y="1536192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2103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560320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Pilih Kapster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73552" y="2999232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309067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Pilih kapster favorit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dari cabang manapun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Lihat slot tersedia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55664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41264" y="1536192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36592" y="2103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736592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Pilih Jadwal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49824" y="2999232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09067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Tentukan tanggal &amp; jam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Jam 06.00 – 23.00 WIB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Konfirmasi alamat tujuan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12864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A1A10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17536" y="1536192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17536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12864" y="2103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912864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Konfirmasi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626096" y="2999232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309067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Booking tersimpan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Kapster dihubungi admin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Reminder WA otomatis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HOME SERVICE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Peran Admin &amp; Kapster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Siapa bertanggung jawab atas apa dalam alur Home 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63040"/>
            <a:ext cx="3931920" cy="411480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👨‍💼  ADMIN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29968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9751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Terima notifikasi booking masuk via WA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505456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4505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Konfirmasi ketersediaan kapster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260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Koordinasi dengan kapster untuk waktu &amp; lokasi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456432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4015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Kirim update ke pelanggan bila ada perubahan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931920"/>
            <a:ext cx="146304" cy="14630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87705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Monitor status booking di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463040"/>
            <a:ext cx="3931920" cy="411480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💈  KAPSTER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10912" y="2029968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9751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Terima info booking dari admin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10912" y="2505456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245059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Siapkan peralatan sebelum keberangkatan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10912" y="2980944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66944" y="292608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Berangkat sesuai jadwal yang disepakati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10912" y="3456432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34015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Lakukan grooming di lokasi pelanggan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10912" y="3931920"/>
            <a:ext cx="146304" cy="1463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387705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4"/>
                </a:solidFill>
              </a:rPr>
              <a:t>Konfirmasi selesai kepada admin cabang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 AI Bot 5 Cabang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AI auto-reply 24/7 — setiap cabang punya asisten pintar sendiri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WA BOT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WA AI Bot?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Asisten virtual berbasis AI yang menjawab chat pelanggan secara otomatis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4475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52728" y="15819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Auto-Reply 24/7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52728" y="19751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Bot AI aktif sepanjang hari tanpa istirahat, membalas chat pelanggan real-time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144475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0136" y="15819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Memori Percakapan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0136" y="19751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Bot ingat konteks obrolan — tidak perlu pelanggan mengulang informasi yang sama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980944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32095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52728" y="31181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Routing ke Booking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52728" y="351129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Semua pertanyaan booking diarahkan ke website agar data tercatat di sistem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91456" y="2980944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28616" y="32095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📩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60136" y="31181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Forward ke Admin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0136" y="351129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Setiap booking yang masuk langsung diteruskan ke WA admin cabang yang bersangkutan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WA BOT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Nomor WA per Cabang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Setiap cabang punya nomor WA sendiri — bot otomatis tahu cabang mana yang menerima pesan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36776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0876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01  RedBox Bypass (Pusat)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0818-2025-69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54533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0D2A1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54533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Aktif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112264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31720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20370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02  RedBox Samadikun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20370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0818-2025-89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224028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0D2A1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2402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Aktif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807208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26664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9864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03  RedBox CSB Mall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8986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0818-2028-89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2935224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0D2A1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93522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Aktif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02152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721608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59359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04  RedBox Sumber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35935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0818-2025-99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363016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0D2A1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6301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Aktif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4197096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416552"/>
            <a:ext cx="182880" cy="1828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288536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05  RedBox Tegal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42885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0818-268-883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432511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0D2A1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32511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Aktif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WA BOT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Percakapan WA 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Bagaimana bot AI menangani pesan dari pelanggan hingga booking terkonfirmasi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73936" y="2487168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4048" y="210312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Pelanggan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Kirim Pesan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06624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34640"/>
            <a:ext cx="1627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Tanya info, minta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booking, atau ngobrol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487168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03120" y="210312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AI Analisis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&amp; Balas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33472" y="2706624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834640"/>
            <a:ext cx="1627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GPT-4o memproses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&amp; menjawab dalam detik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2487168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2192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22192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822192" y="210312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Redirect ke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Website Booking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52544" y="2706624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834640"/>
            <a:ext cx="1627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Semua booking diarahkan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ke sistem online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31152" y="2487168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41264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📩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41264" y="210312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Notif ke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Admin Cabang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71616" y="2706624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41264" y="2834640"/>
            <a:ext cx="1627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Booking masuk langsung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dikirim ke WA admin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0336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11A0D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60336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260336" y="210312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Booking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0F0F0"/>
                </a:solidFill>
              </a:rPr>
              <a:t>Terkonfirmasi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90688" y="2706624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2834640"/>
            <a:ext cx="1627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Data tersimpan di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Supabase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WA BOT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Takeover — Admin Bisa Ambil Alih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Saat admin perlu balas manual, AI otomatis berhenti sementara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5528" y="1920240"/>
            <a:ext cx="36576" cy="74980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63624"/>
            <a:ext cx="329184" cy="329184"/>
          </a:xfrm>
          <a:prstGeom prst="ellipse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63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5361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Pelanggan kirim pesan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17922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A"/>
                </a:solidFill>
              </a:rPr>
              <a:t>Bot AI biasanya auto-balas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" y="2743200"/>
            <a:ext cx="36576" cy="74980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386584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86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👨‍💼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70432" y="2304288"/>
            <a:ext cx="7498080" cy="493776"/>
          </a:xfrm>
          <a:prstGeom prst="roundRect">
            <a:avLst>
              <a:gd name="adj" fmla="val 14815"/>
            </a:avLst>
          </a:prstGeom>
          <a:solidFill>
            <a:srgbClr val="2018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3591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</a:rPr>
              <a:t>ADMIN membalas dari HP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261518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A"/>
                </a:solidFill>
              </a:rPr>
              <a:t>Sistem deteksi — ini bukan bot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" y="3566160"/>
            <a:ext cx="36576" cy="74980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209544"/>
            <a:ext cx="329184" cy="32918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⏸️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182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AI pause selama 30 menit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34440" y="343814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A"/>
                </a:solidFill>
              </a:rPr>
              <a:t>Bot tidak aktif, admin handle manual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4032504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▶️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005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</a:rPr>
              <a:t>AI aktif kembali otomatis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34440" y="426110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A"/>
                </a:solidFill>
              </a:rPr>
              <a:t>Setelah 30 menit, bot langsung siap lagi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463040"/>
            <a:ext cx="3108960" cy="3127248"/>
          </a:xfrm>
          <a:prstGeom prst="roundRect">
            <a:avLst>
              <a:gd name="adj" fmla="val 2353"/>
            </a:avLst>
          </a:prstGeom>
          <a:solidFill>
            <a:srgbClr val="0D152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99CC"/>
                </a:solidFill>
              </a:rPr>
              <a:t>💡  TIPS ADMIN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79008" y="2011680"/>
            <a:ext cx="128016" cy="128016"/>
          </a:xfrm>
          <a:prstGeom prst="ellipse">
            <a:avLst/>
          </a:prstGeom>
          <a:solidFill>
            <a:srgbClr val="6699CC"/>
          </a:solidFill>
          <a:ln w="12700">
            <a:solidFill>
              <a:srgbClr val="6699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9568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Balas hanya saat perlu handle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kasus khusus atau komplain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79008" y="2816352"/>
            <a:ext cx="128016" cy="128016"/>
          </a:xfrm>
          <a:prstGeom prst="ellipse">
            <a:avLst/>
          </a:prstGeom>
          <a:solidFill>
            <a:srgbClr val="6699CC"/>
          </a:solidFill>
          <a:ln w="12700">
            <a:solidFill>
              <a:srgbClr val="6699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7614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AI akan otomatis aktif lagi,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tidak perlu setting apapun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79008" y="3621024"/>
            <a:ext cx="128016" cy="128016"/>
          </a:xfrm>
          <a:prstGeom prst="ellipse">
            <a:avLst/>
          </a:prstGeom>
          <a:solidFill>
            <a:srgbClr val="6699CC"/>
          </a:solidFill>
          <a:ln w="12700">
            <a:solidFill>
              <a:srgbClr val="6699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35661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Cukup 1 balasan dari HP admin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untuk aktivasi human takeover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WA BOT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Jenis Reminder Otomatis via WA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Semua dikirim otomatis — tanpa perlu admin kirim manual satu per satu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17320"/>
            <a:ext cx="50292" cy="15087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002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44168" y="15087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H-1 Booking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44168" y="1874520"/>
            <a:ext cx="2743200" cy="201168"/>
          </a:xfrm>
          <a:prstGeom prst="roundRect">
            <a:avLst>
              <a:gd name="adj" fmla="val 18182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18745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Setiap hari jam 10.00 WIB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44168" y="21671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Reminder besok ada jadwal, nama kapster, lokasi cabang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91456" y="141732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417320"/>
            <a:ext cx="50292" cy="1508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6002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751576" y="15087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1 Jam Sebelum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51576" y="1874520"/>
            <a:ext cx="2743200" cy="201168"/>
          </a:xfrm>
          <a:prstGeom prst="roundRect">
            <a:avLst>
              <a:gd name="adj" fmla="val 18182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1576" y="18745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Setiap jam (on the hour)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51576" y="21671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Pengingat 1 jam sebelum jadwal — ajak pelanggan berangkat sekarang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081528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081528"/>
            <a:ext cx="50292" cy="1508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644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🎂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44168" y="31729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Ulang Tahun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44168" y="3538728"/>
            <a:ext cx="2743200" cy="201168"/>
          </a:xfrm>
          <a:prstGeom prst="roundRect">
            <a:avLst>
              <a:gd name="adj" fmla="val 18182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3538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Setiap hari jam 08.00 WIB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44168" y="383133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Ucapan selamat ultah + penawaran spesial untuk pelanggan setia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91456" y="3081528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91456" y="3081528"/>
            <a:ext cx="50292" cy="1508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2644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751576" y="31729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Re-engagement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751576" y="3538728"/>
            <a:ext cx="2743200" cy="201168"/>
          </a:xfrm>
          <a:prstGeom prst="roundRect">
            <a:avLst>
              <a:gd name="adj" fmla="val 18182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51576" y="3538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Otomatis setelah 30 hari tidak kunjung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51576" y="383133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C8D4"/>
                </a:solidFill>
              </a:rPr>
              <a:t>Pelanggan yang lama tidak datang diingatkan kembali ke Redbox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Wedding Package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Grooming premium untuk pengantin &amp; rombongan — kapster datang ke venue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WEDDING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Wedding Package?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Layanan grooming eksklusif untuk hari paling istimewa — kapster kami datang ke venue pernikahan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89888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Untuk Siapa?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1911096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Pengantin pria, best man, ayah pengantin, pagar ayu pria — semua rombongan wedding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97296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Kapster ke Venue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97296" y="1911096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Kapster datang ke lokasi resepsi, gedung pernikahan, rumah, atau hotel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08152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310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89888" y="31729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Rombongan 1–4 Orang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357530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Bisa booking untuk 1 orang hingga seluruh rombongan pria (4+ orang koordinasi langsung)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91456" y="308152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3310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797296" y="31729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Standar Premium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97296" y="357530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Layanan sama seperti di cabang, dengan peralatan profesional dibawa kapster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WEDDING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Pilihan Paket &amp; Harga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Home Service Wedding dan Wedding Package CSB — fleksibel sesuai kebutuhan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114800" cy="3127248"/>
          </a:xfrm>
          <a:prstGeom prst="roundRect">
            <a:avLst>
              <a:gd name="adj" fmla="val 2339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17320"/>
            <a:ext cx="4114800" cy="438912"/>
          </a:xfrm>
          <a:prstGeom prst="rect">
            <a:avLst/>
          </a:prstGeom>
          <a:solidFill>
            <a:srgbClr val="5C0B14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264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0F0"/>
                </a:solidFill>
              </a:rPr>
              <a:t>HOME SERVICE WEDDING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1993392"/>
            <a:ext cx="3840480" cy="502920"/>
          </a:xfrm>
          <a:prstGeom prst="rect">
            <a:avLst/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4"/>
                </a:solidFill>
              </a:rPr>
              <a:t>1 Orang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Rp 350.000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3840480" cy="502920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33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4"/>
                </a:solidFill>
              </a:rPr>
              <a:t>2 Orang (+ Best Man)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26334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Rp 500.000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236976"/>
            <a:ext cx="3840480" cy="502920"/>
          </a:xfrm>
          <a:prstGeom prst="rect">
            <a:avLst/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2552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4"/>
                </a:solidFill>
              </a:rPr>
              <a:t>3 Orang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325526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Rp 750.000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3840480" cy="502920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770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4"/>
                </a:solidFill>
              </a:rPr>
              <a:t>4 Orang &amp; Rombongan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387705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Rp 1.000.000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261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8A"/>
                </a:solidFill>
              </a:rPr>
              <a:t>*Kapster datang ke lokasi · Durasi ~2–2.5 jam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114800" cy="3127248"/>
          </a:xfrm>
          <a:prstGeom prst="roundRect">
            <a:avLst>
              <a:gd name="adj" fmla="val 2339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4114800" cy="438912"/>
          </a:xfrm>
          <a:prstGeom prst="rect">
            <a:avLst/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264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0F0"/>
                </a:solidFill>
              </a:rPr>
              <a:t>WEDDING PACKAGE CSB MALL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1993392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0574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0"/>
                </a:solidFill>
              </a:rPr>
              <a:t>Wedding Royal Grooming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Paket lengkap premium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20574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Rp 510.000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862072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A15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28803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92700F"/>
          </a:solidFill>
          <a:ln w="12700">
            <a:solidFill>
              <a:srgbClr val="9270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TERPOPULER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29260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Wedding Gentlemen Grooming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Paket menengah terbaik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9260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Rp 360.000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730752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7947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0"/>
                </a:solidFill>
              </a:rPr>
              <a:t>Wedding Noble Grooming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Paket entry terjangkau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1121F"/>
                </a:solidFill>
              </a:rPr>
              <a:t>Rp 210.000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4261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8A"/>
                </a:solidFill>
              </a:rPr>
              <a:t>*Di cabang CSB Mall — pengantin + home service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WEDDING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Booking Wedding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Proses booking wedding lebih terencana — lakukan minimal H-3 sebelum acara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73936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508760"/>
            <a:ext cx="402336" cy="40233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029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" y="2523744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Hubungi Admin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atau Buka Website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035808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127248"/>
            <a:ext cx="1554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Via WA Bot cabang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atau langsung ke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booking page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24912" y="1508760"/>
            <a:ext cx="402336" cy="40233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2029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103120" y="2523744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Pilih Paket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&amp; Tanggal Acara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33472" y="3035808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127248"/>
            <a:ext cx="1554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Konfirmasi jumlah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orang, venue,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dan jam acara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22192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43984" y="1508760"/>
            <a:ext cx="402336" cy="40233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22192" y="2029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822192" y="2523744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Koordinasi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Kapster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52544" y="3035808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7912" y="3127248"/>
            <a:ext cx="1554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Admin matching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kapster terbaik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sesuai jadwal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31152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1264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1508760"/>
            <a:ext cx="402336" cy="40233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41264" y="2029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541264" y="2523744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Konfirmasi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&amp; DP (bila perlu)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71616" y="3035808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3127248"/>
            <a:ext cx="1554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Booking dikunci,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kapster standby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untuk hari-H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60336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11A0D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882128" y="1508760"/>
            <a:ext cx="402336" cy="40233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128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60336" y="2029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💈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260336" y="2523744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Hari-H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0F0F0"/>
                </a:solidFill>
              </a:rPr>
              <a:t>Kapster Hadir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90688" y="3035808"/>
            <a:ext cx="56692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06056" y="3127248"/>
            <a:ext cx="1554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Kapster tiba di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venue sesuai waktu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yang disepakati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WEDDING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Panduan Admin — Handle Booking Wedding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Wedding adalah prioritas — pelanggan mengandalkan kita di momen terpenting mereka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527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61288" y="14904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Booking Minimal H-3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18379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Ingatkan pelanggan untuk booking paling lambat 3 hari sebelum acara agar kapster bisa disiapkan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527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68696" y="14904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Prioritaskan Kapster Senior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68696" y="18379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Untuk acara wedding, pilihkan kapster paling berpengalaman. Jangan assign kapster baru untuk wedding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7157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825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61288" y="27889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Konfirmasi Alamat Venue Jelas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" y="31363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Pastikan admin menerima alamat lengkap + nomor kontak PIC di venue sebelum hari-H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91456" y="2715768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825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68696" y="27889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Cek H-1 dengan Kapster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68696" y="31363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Admin wajib konfirmasi ulang dengan kapster 1 hari sebelum acara — pastikan tidak ada bentrok jadwal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4014216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123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61288" y="40873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Tiba 30 Menit Sebelum Waktu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1288" y="44348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Kapster disarankan tiba 30 menit lebih awal dari waktu yang diminta pelanggan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91456" y="4014216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4123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68696" y="40873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Dokumentasi Hasil (Opsional)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68696" y="44348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Foto hasil grooming pengantin bisa menjadi portofolio — minta izin pelanggan sebelum posting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Membership &amp; Reward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Kumpulkan poin setiap kunjungan — semakin sering datang, semakin besar benefitnya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MEMBERSHIP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 Poin RedBox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Setiap kunjungan menghasilkan poin yang bisa ditukar menjadi diskon nyata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17320"/>
            <a:ext cx="50292" cy="151790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45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44168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Setiap Kunjungan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44168" y="192024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Setiap transaksi di cabang menghasilkan poin — semakin sering datang, poin semakin terkumpul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91456" y="1417320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91456" y="1417320"/>
            <a:ext cx="50292" cy="15179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645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51576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Google Review 5 Bintang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51576" y="192024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Kasih ulasan positif 5⭐ di Google = 5 poin bonus (senilai Rp 50.000) masuk otomatis ke akun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08152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081528"/>
            <a:ext cx="50292" cy="15179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31012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44168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Poin = Diskon Nyata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44168" y="358444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Poin yang terkumpul bisa ditukar langsung menjadi potongan harga di kunjungan berikutnya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91456" y="308152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3081528"/>
            <a:ext cx="50292" cy="15179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31012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751576" y="31729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Cek via Member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51576" y="358444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Pelanggan bisa cek saldo poin, histori kunjungan, dan tier saat ini di member-dashboard.html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MEMBERSHIP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Tier Keanggotaan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Semakin banyak poin, semakin tinggi tier, semakin besar diskon dan benefit eksklusif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727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🥉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0 – 499 poin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6968" y="2834640"/>
            <a:ext cx="1005840" cy="2286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26080"/>
            <a:ext cx="1316736" cy="347472"/>
          </a:xfrm>
          <a:prstGeom prst="roundRect">
            <a:avLst>
              <a:gd name="adj" fmla="val 15789"/>
            </a:avLst>
          </a:prstGeom>
          <a:solidFill>
            <a:srgbClr val="0A0A0A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92608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7F32"/>
                </a:solidFill>
              </a:rPr>
              <a:t>Mulai 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2735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diskon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Mulai perjalanan member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141732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5727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🥈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560320" y="21762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500 – 999 poin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63240" y="2834640"/>
            <a:ext cx="1005840" cy="228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07792" y="2926080"/>
            <a:ext cx="1316736" cy="347472"/>
          </a:xfrm>
          <a:prstGeom prst="roundRect">
            <a:avLst>
              <a:gd name="adj" fmla="val 15789"/>
            </a:avLst>
          </a:prstGeom>
          <a:solidFill>
            <a:srgbClr val="0A0A0A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292608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</a:rPr>
              <a:t>s/d 5%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07792" y="32735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diskon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Benefit lebih menggiurkan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130759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028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02352" y="12344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1234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PALING POPULER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36592" y="1463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4736592" y="206654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36592" y="2432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1.000 – 1.999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39512" y="2724912"/>
            <a:ext cx="1005840" cy="228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84064" y="2816352"/>
            <a:ext cx="1316736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064" y="2816352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s/d 10%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84064" y="3163824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diskon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3456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Member setia terpilih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12864" y="1417320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15727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💎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912864" y="21762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PLATINUM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12864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2.000+ poin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15784" y="2834640"/>
            <a:ext cx="1005840" cy="228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0336" y="2926080"/>
            <a:ext cx="1316736" cy="347472"/>
          </a:xfrm>
          <a:prstGeom prst="roundRect">
            <a:avLst>
              <a:gd name="adj" fmla="val 15789"/>
            </a:avLst>
          </a:prstGeom>
          <a:solidFill>
            <a:srgbClr val="0A0A0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292608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s/d 15%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60336" y="32735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diskon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12864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Puncak loyalitas Redbox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MEMBERSHIP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 Dapat &amp; Gunakan Poin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Dua cara mudah kumpulkan poin, satu cara tukar jadi diskon nyata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4114800" cy="3127248"/>
          </a:xfrm>
          <a:prstGeom prst="roundRect">
            <a:avLst>
              <a:gd name="adj" fmla="val 233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</a:rPr>
              <a:t>💰  CARA DAPAT POIN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83664"/>
            <a:ext cx="38587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084832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0299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Setiap Kunjungan ke Cabang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7744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Poin dihitung dari jumlah transaksi — semakin besar transaksi, semakin banyak poin terkumpul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383280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2841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Google Review Bintang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67588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Berikan ulasan positif 5⭐ di Google Maps → otomatis 5 poin (Rp 50.000) masuk ke akun member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114800" cy="3127248"/>
          </a:xfrm>
          <a:prstGeom prst="roundRect">
            <a:avLst>
              <a:gd name="adj" fmla="val 233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82312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🎁  CARA TUKAR POIN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82312" y="1883664"/>
            <a:ext cx="38587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2048256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20116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0"/>
                </a:solidFill>
              </a:rPr>
              <a:t>Kunjungi Website / Cabang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234086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Buka member-dashboard.html atau datang langsung ke kasir cabang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944368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29077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0"/>
                </a:solidFill>
              </a:rPr>
              <a:t>Kasir Cek Akun Member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38928" y="32369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Admin/kasir melihat saldo poin pelanggan di sistem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3840480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38928" y="38039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0"/>
                </a:solidFill>
              </a:rPr>
              <a:t>Poin Dipotong dari Tagihan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38928" y="41330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Jumlah poin ditukar otomatis menjadi potongan sesuai tier yang berlaku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8A"/>
                </a:solidFill>
              </a:rPr>
              <a:t>💡  Link review dikirim otomatis via WA, 30 menit setelah selesai service — admin tidak perlu kirim manual.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MEMBERSHIP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Perjalanan Menjadi Member Setia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Dari pertama daftar hingga Platinum — setiap langkah memberi nilai lebih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73936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86968" y="21031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Daftar Member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724912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Buka membership.html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Isi data, buat akun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💈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2606040" y="21031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21284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Kunjungan Pertama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57984" y="2724912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Datang ke cabang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Transaksi = poin mulai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terkumpul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2192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22192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325112" y="21031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21284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Review &amp; Poin Bonus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77056" y="2724912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Beri ulasan Google 5⭐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5 poin langsung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masuk akun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31152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41264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6044184" y="21031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221284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Naik Tier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96128" y="2724912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Semakin banyak poin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Silver → Gold →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Platinum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0336" y="1417320"/>
            <a:ext cx="1627632" cy="2944368"/>
          </a:xfrm>
          <a:prstGeom prst="roundRect">
            <a:avLst>
              <a:gd name="adj" fmla="val 4494"/>
            </a:avLst>
          </a:prstGeom>
          <a:solidFill>
            <a:srgbClr val="0D1A0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60336" y="15361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🎁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7763256" y="21031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221284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Redeem &amp; Nikmati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2724912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Tukar poin jadi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diskon di kunjungan</a:t>
            </a:r>
            <a:endParaRPr lang="en-US" sz="9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berikutnya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Grooming Consultant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Fitur eksklusif member — analisis wajah &amp; simulasi gaya rambut berbasis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AI GROOMING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 itu AI Grooming Consultant?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Teknologi AI yang menganalisis wajah dan merekomendasikan gaya rambut terbaik — eksklusif member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5C0B14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173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🔒  KHUSUS MEMBER AKTIF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965960"/>
            <a:ext cx="4206240" cy="1426464"/>
          </a:xfrm>
          <a:prstGeom prst="roundRect">
            <a:avLst>
              <a:gd name="adj" fmla="val 512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671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89888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Upload Foto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459736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Member upload foto wajah langsung dari website. Foto diproses aman di server kami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1965960"/>
            <a:ext cx="4206240" cy="1426464"/>
          </a:xfrm>
          <a:prstGeom prst="roundRect">
            <a:avLst>
              <a:gd name="adj" fmla="val 512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21671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97296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AI Analisis Wajah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97296" y="2459736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AI mendeteksi bentuk wajah, jenis rambut, densitas, dan tekstur secara otomatis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538728"/>
            <a:ext cx="4206240" cy="1426464"/>
          </a:xfrm>
          <a:prstGeom prst="roundRect">
            <a:avLst>
              <a:gd name="adj" fmla="val 512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7398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89888" y="3630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Rekomendasi Gaya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4032504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4 gaya rambut terbaik direkomendasikan AI berdasarkan analisis — lengkap dengan alasannya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1456" y="3538728"/>
            <a:ext cx="4206240" cy="1426464"/>
          </a:xfrm>
          <a:prstGeom prst="roundRect">
            <a:avLst>
              <a:gd name="adj" fmla="val 5128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56048" y="373989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797296" y="3630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Simulasi Visual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97296" y="4032504"/>
            <a:ext cx="3063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A7A8A"/>
                </a:solidFill>
              </a:rPr>
              <a:t>AI generate foto preview — lihat tampilan gaya baru sebelum potong beneran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AI GROOMING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Fitur Utama AI Grooming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Setiap fitur dirancang untuk memberikan konsultasi grooming berstandar GQ kepada member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389888"/>
            <a:ext cx="2761488" cy="3383280"/>
          </a:xfrm>
          <a:prstGeom prst="roundRect">
            <a:avLst>
              <a:gd name="adj" fmla="val 264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389888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389888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🔬  ANALISIS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AI Face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89888" y="2212848"/>
            <a:ext cx="749808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2414016"/>
            <a:ext cx="128016" cy="12801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3591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Deteksi bentuk wajah (oval, bulat, kotak, heart, diamond)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" y="2980944"/>
            <a:ext cx="128016" cy="12801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9260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Analisis jenis rambut: straight, wavy, curly, coily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" y="3547872"/>
            <a:ext cx="128016" cy="12801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930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Cek densitas rambut: thin / medium / thick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" y="4114800"/>
            <a:ext cx="128016" cy="12801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0599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Saran produk styling (clay, paste, spray, powder)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1389888"/>
            <a:ext cx="2761488" cy="3383280"/>
          </a:xfrm>
          <a:prstGeom prst="roundRect">
            <a:avLst>
              <a:gd name="adj" fmla="val 264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01568" y="1389888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389888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💡  REKOMENDASI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01568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Rekomendasi Gaya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15968" y="2212848"/>
            <a:ext cx="749808" cy="228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1296" y="2414016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23591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4 gaya terbaik direkomendasikan (Korean, Classic, Modern, Textured)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11296" y="29809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29260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5 gaya yang harus dihindari beserta alasannya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11296" y="354787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34930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Setiap gaya dilengkapi skor kesesuaian (1–100)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11296" y="4114800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40599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Alasan mengapa gaya cocok untuk bentuk wajah itu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6208" y="1389888"/>
            <a:ext cx="2761488" cy="3383280"/>
          </a:xfrm>
          <a:prstGeom prst="roundRect">
            <a:avLst>
              <a:gd name="adj" fmla="val 264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27648" y="1389888"/>
            <a:ext cx="2761488" cy="384048"/>
          </a:xfrm>
          <a:prstGeom prst="roundRect">
            <a:avLst>
              <a:gd name="adj" fmla="val 19048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389888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🖼️  SIMULASI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1828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Simulasi Visual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42048" y="2212848"/>
            <a:ext cx="749808" cy="228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37376" y="241401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23591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Pilih gaya dari daftar rekomendasi 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37376" y="2980944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29260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AI generate foto preview dengan gaya baru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37376" y="354787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8544" y="34930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Lihat hasil sebelum potong beneran di cabang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37376" y="411480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40599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8C8D4"/>
                </a:solidFill>
              </a:rPr>
              <a:t>Tampilan premium cinematic — bukan filter biasa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AI GROOMING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— Dari Login Hingga Hasil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Hanya 4 langkah untuk mendapatkan konsultasi grooming berstandar premium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21408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07008" y="1536192"/>
            <a:ext cx="420624" cy="42062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20848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4048" y="261518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Login Member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0175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Buka website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Klik tombol Member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Login dengan akun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536192"/>
            <a:ext cx="420624" cy="42062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20848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560320" y="261518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Upload Foto Wajah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73552" y="30175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3108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Klik tombol Upload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Foto dari HP / laptop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Format JPG/PNG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73952" y="2450592"/>
            <a:ext cx="347472" cy="201168"/>
          </a:xfrm>
          <a:prstGeom prst="rightArrow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59552" y="1536192"/>
            <a:ext cx="420624" cy="42062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36592" y="20848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36592" y="261518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AI Memproses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49824" y="30175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108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Tunggu beberapa detik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AI analisis otomatis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Tidak perlu isi form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12864" y="14173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100D1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35824" y="1536192"/>
            <a:ext cx="420624" cy="420624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35824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12864" y="20848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912864" y="261518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Lihat Hasil AI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626096" y="3017520"/>
            <a:ext cx="621792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31089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Rekomendasi gaya muncul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Pilih gaya &amp; simulasikan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A8A"/>
                </a:solidFill>
              </a:rPr>
              <a:t>Screenshot &amp; tunjuk kapster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268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4"/>
                </a:solidFill>
              </a:rPr>
              <a:t>💡  Hasil rekomendasi bisa di-screenshot lalu ditunjukkan langsung ke kapster saat kunjungan ke cabang — kapster langsung tahu gaya yang diinginkan pelanggan!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AI GROOMING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 Admin &amp; Kapster Guide Pelanggan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Bantu pelanggan menemukan dan menggunakan fitur AI Grooming dengan mudah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417320"/>
            <a:ext cx="2926080" cy="3127248"/>
          </a:xfrm>
          <a:prstGeom prst="roundRect">
            <a:avLst>
              <a:gd name="adj" fmla="val 2500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0876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121F"/>
                </a:solidFill>
              </a:rPr>
              <a:t>🔒  SIAPA YANG BISA?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865376"/>
            <a:ext cx="2697480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933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DE80"/>
                </a:solidFill>
              </a:rPr>
              <a:t>✅  Member aktif (sudah login)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DE80"/>
                </a:solidFill>
              </a:rPr>
              <a:t>✅  Semua tier (Bronze s/d Platinum)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31272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8A"/>
                </a:solidFill>
              </a:rPr>
              <a:t>❌  Non-member (harus daftar dulu)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369417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8A"/>
                </a:solidFill>
              </a:rPr>
              <a:t>❌  Admin (bukan untuk akun admin)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8770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BBF24"/>
                </a:solidFill>
              </a:rPr>
              <a:t>Bantu pelanggan daftar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BBF24"/>
                </a:solidFill>
              </a:rPr>
              <a:t>member dulu bila belum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BBF24"/>
                </a:solidFill>
              </a:rPr>
              <a:t>punya akun!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56432" y="1417320"/>
            <a:ext cx="5340096" cy="3127248"/>
          </a:xfrm>
          <a:prstGeom prst="roundRect">
            <a:avLst>
              <a:gd name="adj" fmla="val 2339"/>
            </a:avLst>
          </a:prstGeom>
          <a:solidFill>
            <a:srgbClr val="161820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84448" y="150876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💬  KALIMAT PANDUAN UNTUK 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84448" y="1865376"/>
            <a:ext cx="5074920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95681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8D4"/>
                </a:solidFill>
              </a:rPr>
              <a:t>Q: Pelanggan tanya gaya rambut cocok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2231136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24942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"Kak, coba fitur AI Grooming di website kami — upload foto, langsung muncul rekomendasi gaya terbaik buat bentuk wajah kakak! Gratis untuk member."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292608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8D4"/>
                </a:solidFill>
              </a:rPr>
              <a:t>Q: Pelanggan belum jadi member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321868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"Daftar member dulu kak, gratis dan cepat — buka membership.html lalu bisa langsung pakai AI Grooming plus dapat poin tiap kunjungan!"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11880" y="389534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8D4"/>
                </a:solidFill>
              </a:rPr>
              <a:t>Q: Kapster: pelanggan tunjuk hasil 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11880" y="4169664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1879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7A8A"/>
                </a:solidFill>
              </a:rPr>
              <a:t>Baca rekomendasi AI sebagai panduan — ini memudahkan kamu karena pelanggan sudah tahu gaya yang diinginkan sebelum duduk di kursi.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92608"/>
            <a:ext cx="41148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1121F"/>
                </a:solidFill>
              </a:rPr>
              <a:t>RINGKASAN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Ekosistem Lengkap RedBox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8A"/>
                </a:solidFill>
              </a:rPr>
              <a:t>Semua fitur baru bekerja bersama menciptakan pengalaman pelanggan yang mulus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74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A7A8A"/>
                </a:solidFill>
              </a:rPr>
              <a:t>REDBOX BARBERSHOP  ·  UPDATE SISTEM 2026  ·  INTERNAL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48874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8A"/>
                </a:solidFill>
              </a:rPr>
              <a:t>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18488" y="2240280"/>
            <a:ext cx="2011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5087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96696" y="2075688"/>
            <a:ext cx="36576" cy="32918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Chat WA Bot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AI auto-reply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5 cabang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81528" y="2240280"/>
            <a:ext cx="2011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5087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459736" y="2075688"/>
            <a:ext cx="36576" cy="32918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Booking Online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4708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Website booking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4 langkah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44568" y="2240280"/>
            <a:ext cx="2011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1508760"/>
            <a:ext cx="566928" cy="5669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922776" y="2075688"/>
            <a:ext cx="36576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Kunjungan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Di cabang /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Home Service /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Wedding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07608" y="2240280"/>
            <a:ext cx="2011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1508760"/>
            <a:ext cx="566928" cy="5669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385816" y="2075688"/>
            <a:ext cx="36576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Review &amp; Poin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Google Review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→ poin bonus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70648" y="2240280"/>
            <a:ext cx="201168" cy="18288"/>
          </a:xfrm>
          <a:prstGeom prst="rect">
            <a:avLst/>
          </a:prstGeom>
          <a:solidFill>
            <a:srgbClr val="2A2A3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150876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848856" y="2075688"/>
            <a:ext cx="36576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Naik Tier Member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Bronze→Silver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→Gold→Platinum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46720" y="150876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311896" y="2075688"/>
            <a:ext cx="36576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24231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AI Grooming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99248" y="2779776"/>
            <a:ext cx="1261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Analisis wajah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7A7A8A"/>
                </a:solidFill>
              </a:rPr>
              <a:t>&amp; simulasi gaya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" y="3749040"/>
            <a:ext cx="1664208" cy="749808"/>
          </a:xfrm>
          <a:prstGeom prst="roundRect">
            <a:avLst>
              <a:gd name="adj" fmla="val 975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7947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20" dirty="0">
                <a:solidFill>
                  <a:srgbClr val="C8C8D4"/>
                </a:solidFill>
              </a:rPr>
              <a:t>🏠 Home Service — Rp 200K–250K, radius 5KM, jam 06–23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148840" y="3749040"/>
            <a:ext cx="1664208" cy="749808"/>
          </a:xfrm>
          <a:prstGeom prst="roundRect">
            <a:avLst>
              <a:gd name="adj" fmla="val 975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0280" y="37947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20" dirty="0">
                <a:solidFill>
                  <a:srgbClr val="C8C8D4"/>
                </a:solidFill>
              </a:rPr>
              <a:t>💬 WA Bot — AI 24/7, 5 nomor cabang, reminder otomatis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913632" y="3749040"/>
            <a:ext cx="1664208" cy="749808"/>
          </a:xfrm>
          <a:prstGeom prst="roundRect">
            <a:avLst>
              <a:gd name="adj" fmla="val 975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37947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20" dirty="0">
                <a:solidFill>
                  <a:srgbClr val="C8C8D4"/>
                </a:solidFill>
              </a:rPr>
              <a:t>💍 Wedding — Paket 1–4 orang, kapster ke venue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678424" y="3749040"/>
            <a:ext cx="1664208" cy="749808"/>
          </a:xfrm>
          <a:prstGeom prst="roundRect">
            <a:avLst>
              <a:gd name="adj" fmla="val 975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9864" y="37947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20" dirty="0">
                <a:solidFill>
                  <a:srgbClr val="C8C8D4"/>
                </a:solidFill>
              </a:rPr>
              <a:t>⭐ Membership — 4 tier, poin + Google Review bonus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443216" y="3749040"/>
            <a:ext cx="1664208" cy="749808"/>
          </a:xfrm>
          <a:prstGeom prst="roundRect">
            <a:avLst>
              <a:gd name="adj" fmla="val 9756"/>
            </a:avLst>
          </a:prstGeom>
          <a:solidFill>
            <a:srgbClr val="1E2028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4656" y="379476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20" dirty="0">
                <a:solidFill>
                  <a:srgbClr val="C8C8D4"/>
                </a:solidFill>
              </a:rPr>
              <a:t>🤖 AI Grooming — Analisis &amp; simulasi, eksklusif member</a:t>
            </a:r>
            <a:endParaRPr lang="en-US" sz="8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28925"/>
            <a:ext cx="9144000" cy="2314575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828925"/>
            <a:ext cx="9144000" cy="2314575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REDBOX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BARBERSHOP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7A7A8A"/>
          </a:solidFill>
          <a:ln w="12700">
            <a:solidFill>
              <a:srgbClr val="7A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0F0"/>
                </a:solidFill>
              </a:rPr>
              <a:t>Terima kasih telah menjadi bagian dari pertumbuhan RedBox!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Sistem yang baik dimulai dari tim yang memahaminya.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</a:rPr>
              <a:t>Ada pertanyaan? Hubungi Tim IT / Admin Pusat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</a:rPr>
              <a:t>redboxbarbershop.com  ·  Dokumen Internal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RedBox Barbershop — Update Sistem 2026</dc:title>
  <dc:subject>PptxGenJS Presentation</dc:subject>
  <dc:creator>PptxGenJS</dc:creator>
  <cp:lastModifiedBy>PptxGenJS</cp:lastModifiedBy>
  <cp:revision>1</cp:revision>
  <dcterms:created xsi:type="dcterms:W3CDTF">2026-05-30T10:42:44Z</dcterms:created>
  <dcterms:modified xsi:type="dcterms:W3CDTF">2026-05-30T10:42:44Z</dcterms:modified>
</cp:coreProperties>
</file>